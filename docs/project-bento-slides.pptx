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1f435659d247dd" /><Relationship Type="http://schemas.openxmlformats.org/officeDocument/2006/relationships/extended-properties" Target="/docProps/app.xml" Id="Rc1e6863bf51b454b" /><Relationship Type="http://schemas.openxmlformats.org/officeDocument/2006/relationships/officeDocument" Target="/ppt/presentation.xml" Id="Ree51bb76a13a4f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1a887125ed4a00"/>
  </p:sldMasterIdLst>
  <p:notesMasterIdLst>
    <p:notesMasterId xmlns:r="http://schemas.openxmlformats.org/officeDocument/2006/relationships" r:id="R708c39a5de574b70"/>
  </p:notesMasterIdLst>
  <p:sldIdLst>
    <p:sldId xmlns:r="http://schemas.openxmlformats.org/officeDocument/2006/relationships" id="256" r:id="Rcc713393dcbc440b"/>
    <p:sldId xmlns:r="http://schemas.openxmlformats.org/officeDocument/2006/relationships" id="257" r:id="R45cc9e588cf5409c"/>
    <p:sldId xmlns:r="http://schemas.openxmlformats.org/officeDocument/2006/relationships" id="258" r:id="Re6276d61365a42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63ecd6d6d348d9" /><Relationship Type="http://schemas.openxmlformats.org/officeDocument/2006/relationships/slideMaster" Target="/ppt/slideMasters/slideMaster1.xml" Id="Rd11a887125ed4a00" /><Relationship Type="http://schemas.openxmlformats.org/officeDocument/2006/relationships/notesMaster" Target="/ppt/notesMasters/notesMaster1.xml" Id="R708c39a5de574b70" /><Relationship Type="http://schemas.openxmlformats.org/officeDocument/2006/relationships/presProps" Target="/ppt/presProps.xml" Id="R6757bd2f37de4f96" /><Relationship Type="http://schemas.openxmlformats.org/officeDocument/2006/relationships/tableStyles" Target="/ppt/tableStyles.xml" Id="R3b0a33f8ad92471f" /><Relationship Type="http://schemas.openxmlformats.org/officeDocument/2006/relationships/slide" Target="/ppt/slides/slide1.xml" Id="Rcc713393dcbc440b" /><Relationship Type="http://schemas.openxmlformats.org/officeDocument/2006/relationships/slide" Target="/ppt/slides/slide2.xml" Id="R45cc9e588cf5409c" /><Relationship Type="http://schemas.openxmlformats.org/officeDocument/2006/relationships/slide" Target="/ppt/slides/slide3.xml" Id="Re6276d61365a42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4ada9e14fa48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90c8a7b6654a57" /><Relationship Type="http://schemas.openxmlformats.org/officeDocument/2006/relationships/notesMaster" Target="/ppt/notesMasters/notesMaster1.xml" Id="Re6c47b6d77ef41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0ce9192cb148bf" /><Relationship Type="http://schemas.openxmlformats.org/officeDocument/2006/relationships/notesMaster" Target="/ppt/notesMasters/notesMaster1.xml" Id="R4f02fa036fef4c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929292beb543e6" /><Relationship Type="http://schemas.openxmlformats.org/officeDocument/2006/relationships/notesMaster" Target="/ppt/notesMasters/notesMaster1.xml" Id="R8d53923efcac47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docs/intent.md; docs/requirements.md v0.5; docs/ge-jet-engine-bracket.md; docs/ge-bracket-part.md. Original bracket image: docs/assets/ge-bracket/original-bracket.png, © GE / GrabCAD, https://grabcad.com/challenges/ge-jet-engine-bracket-challenge (source captured in repository 2026-09-13). Project scope differs from the original challenge: parametric rebuild, LC1 only and 3-axis CNC rather than all four load cases and additive manufacturing. Planned verification includes mass, stress, displacement, manufacturability and prediction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sources: docs/ge-bracket-part.md (frozen 2026-09-19, six parameters, mass 1199 g, 77 checked states); docs/ge-bracket-lc1.md (LC1 35585.77 N, rigid model peak outside supports 457.8 MPa, allowable 602.1 MPa, displacement 0.4506 mm). Values are preliminary to the mesh freeze and are not an end-to-end validated optimization result. out/gate3/result.json ok=true; out/gate2a/148_ver_stress.png; out/gate2b/result.json proves transport but contour_1600 hotspot quadrant was incorrect; out/gate4/clean/result.json and out/gate4/undercut/result.json show headless CAM and residual-stock detection on smoke-test blocks, not the full bracket. M2.1/M2.2 are committed. No claim that all M1 gates or M2 are complete. Next work: docs/plan.md M2.3–M2.10.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docs/plan.md v0.5, dated 2026-09-17, milestone map M1–M6 and fixed delivery date 2026-10-03. These are planned windows, not completion claims. Current local evidence on 2026-09-19 shows M2.1/M2.2 frozen and several foundations smoke tests complete. V1 = cantilever validation. V3 = SimJEB design 148 LC1 reference comparison. Agent work is gated on V1 and V3. Three tasks, three mutation types, five machinable alloys, raw records before scoring, and a reproducible macOS arm64 package form the release scope. Plan retains dated fallback triggers.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d8a4e62c484c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1c73e38f164ef4" /><Relationship Type="http://schemas.openxmlformats.org/officeDocument/2006/relationships/slideLayout" Target="/ppt/slideLayouts/slideLayout1.xml" Id="R807062713cf14b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7062713cf14b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57e2db82e40bd" /><Relationship Type="http://schemas.openxmlformats.org/officeDocument/2006/relationships/image" Target="/ppt/media/image.png" Id="R4b4148dcf87a48be" /><Relationship Type="http://schemas.openxmlformats.org/officeDocument/2006/relationships/notesSlide" Target="/ppt/notesSlides/notesSlide1.xml" Id="R2bb7ec63034a41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ea383b4ba43da" /><Relationship Type="http://schemas.openxmlformats.org/officeDocument/2006/relationships/notesSlide" Target="/ppt/notesSlides/notesSlide2.xml" Id="R349bc15ad21f41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6408d4292468b" /><Relationship Type="http://schemas.openxmlformats.org/officeDocument/2006/relationships/notesSlide" Target="/ppt/notesSlides/notesSlide3.xml" Id="R1dbb2d3c69e745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40AF53-1CB6-458C-B208-CED787CF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Project intent &amp;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214A5-1AA7-4B34-8078-6129A4CD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906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A lighter loaded part, with evidence for every geometry or material change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C4350-5CC2-4490-B4C6-46983C46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3D PART OPTIMIZATION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EC65C-D537-478A-95EB-DC1A97C4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01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B0706C-37C7-4FFE-9275-DB830206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391150" cy="4572000"/>
          </a:xfrm>
          <a:prstGeom xmlns:a="http://schemas.openxmlformats.org/drawingml/2006/main" prst="roundRect">
            <a:avLst>
              <a:gd name="adj" fmla="val 45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4FB3C-490D-440C-A2B6-90F09D67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GE JET ENGINE BRACKET CHALLENGE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148dcf87a48be"/>
          <a:stretch xmlns:a="http://schemas.openxmlformats.org/drawingml/2006/main"/>
        </p:blipFill>
        <p:spPr>
          <a:xfrm xmlns:a="http://schemas.openxmlformats.org/drawingml/2006/main">
            <a:off x="1243013" y="2209800"/>
            <a:ext cx="3800475" cy="3181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794406-5FEC-43B9-8033-270FD4EF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Original challenge bracket  /  © GE / GrabCAD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BDD90-58D2-430F-BE9D-B070DE84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24000"/>
            <a:ext cx="5715000" cy="1962150"/>
          </a:xfrm>
          <a:prstGeom xmlns:a="http://schemas.openxmlformats.org/drawingml/2006/main" prst="roundRect">
            <a:avLst>
              <a:gd name="adj" fmla="val 10680"/>
            </a:avLst>
          </a:prstGeom>
          <a:solidFill xmlns:a="http://schemas.openxmlformats.org/drawingml/2006/main">
            <a:srgbClr val="143E4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D7DB2-EE8A-49A4-A7F1-252787E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4307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CE6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CE6DF"/>
                </a:solidFill>
                <a:latin typeface="Helvetica Neue"/>
                <a:ea typeface="Helvetica Neue"/>
                <a:cs typeface="Helvetica Neue"/>
              </a:rPr>
              <a:t>THE INTENT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A37F8C-56FA-46EA-AE0A-BBDD1AA8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Make it lighter.</a:t>
            </a:r>
          </a:p>
          <a:p xmlns:a="http://schemas.openxmlformats.org/drawingml/2006/main">
            <a:pPr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it structurally sound.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E0878-4211-4675-822C-675C2454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2771775" cy="24384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CCE6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28BD4-230A-4194-93DE-6395D89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76675"/>
            <a:ext cx="2314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Reasoning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A1A2D0-2D69-435B-8A40-4A226BD3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719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Read stress contours.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Predict one edit.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Re-run the solve.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Score the prediction.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7D780-EA17-4414-8DFA-084CCD6B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57600"/>
            <a:ext cx="2771775" cy="2438400"/>
          </a:xfrm>
          <a:prstGeom xmlns:a="http://schemas.openxmlformats.org/drawingml/2006/main" prst="roundRect">
            <a:avLst>
              <a:gd name="adj" fmla="val 8594"/>
            </a:avLst>
          </a:prstGeom>
          <a:solidFill xmlns:a="http://schemas.openxmlformats.org/drawingml/2006/main">
            <a:srgbClr val="F4B6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FAAC15-56EC-4DA9-80E0-A7F79AF1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76675"/>
            <a:ext cx="2314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Demo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9CC1C-FF11-4115-B4BC-BE37EFF8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71975"/>
            <a:ext cx="23145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GE-style rebuild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LC1 vertical loading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3-axis CNC checks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FreeCAD + CalculiX</a:t>
            </a:r>
          </a:p>
        </p:txBody>
      </p:sp>
    </p:spTree>
    <p:extLst>
      <p:ext uri="{BB962C8B-B14F-4D97-AF65-F5344CB8AC3E}">
        <p14:creationId xmlns:p14="http://schemas.microsoft.com/office/powerpoint/2010/main" val="1352134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28793-D5D7-4EC2-A9FF-AEF19B0F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Status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4F0FB-965E-4DB2-A577-A32E03DF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906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Repository evidence as of 19 September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EB89E-F3C8-45DB-AABB-28BBA088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3D PART OPTIMIZATION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E41C9-A0D7-4212-92CC-E6A92D0C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02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F5D62-B9F1-43EC-A2E7-B3A78AC4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3495675" cy="2705100"/>
          </a:xfrm>
          <a:prstGeom xmlns:a="http://schemas.openxmlformats.org/drawingml/2006/main" prst="roundRect">
            <a:avLst>
              <a:gd name="adj" fmla="val 7746"/>
            </a:avLst>
          </a:prstGeom>
          <a:solidFill xmlns:a="http://schemas.openxmlformats.org/drawingml/2006/main">
            <a:srgbClr val="143E4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FDE51-8ECD-4463-BEFA-807FDB1C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00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CE6D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CE6DF"/>
                </a:solidFill>
                <a:latin typeface="Helvetica Neue"/>
                <a:ea typeface="Helvetica Neue"/>
                <a:cs typeface="Helvetica Neue"/>
              </a:rPr>
              <a:t>FROZEN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5699C-4B1D-4516-8693-613D44E0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05025"/>
            <a:ext cx="30003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1,199 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F5904-F8E6-4349-83EB-EA2C4061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2275"/>
            <a:ext cx="3000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 geometry parameters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77 valid geometry states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LC1: 35.59 kN upward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6EEB6-9699-43A3-90F6-4E95D868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524000"/>
            <a:ext cx="3667125" cy="2705100"/>
          </a:xfrm>
          <a:prstGeom xmlns:a="http://schemas.openxmlformats.org/drawingml/2006/main" prst="roundRect">
            <a:avLst>
              <a:gd name="adj" fmla="val 77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DFB45-CFBD-4B6E-AD23-06E13264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52600"/>
            <a:ext cx="3181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Toolchain demonstrated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333FCA-5198-40E8-B074-341749AE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9375"/>
            <a:ext cx="31813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Headless cantilever solve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Off-screen stress rendering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Image delivery via gateway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CAM + G-code + simulation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A0202-8BEC-4C8C-9C25-912C59C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524000"/>
            <a:ext cx="3771900" cy="2705100"/>
          </a:xfrm>
          <a:prstGeom xmlns:a="http://schemas.openxmlformats.org/drawingml/2006/main" prst="roundRect">
            <a:avLst>
              <a:gd name="adj" fmla="val 7746"/>
            </a:avLst>
          </a:prstGeom>
          <a:solidFill xmlns:a="http://schemas.openxmlformats.org/drawingml/2006/main">
            <a:srgbClr val="CCE6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4169D-C5B2-454D-8B0E-225EE852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First bracket solve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6F21B-4EB6-4AC6-B694-15EAA95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57425"/>
            <a:ext cx="327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458 MPa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52925-C537-4209-83CD-6E002C7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2766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Outside the support zone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602 MPa allowable at SF 1.5</a:t>
            </a:r>
          </a:p>
          <a:p xmlns:a="http://schemas.openxmlformats.org/drawingml/2006/main">
            <a:pPr>
              <a:def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0.451 mm displacement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90029-337E-4CBF-9ADE-569B7BE4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5457825" cy="169545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F4B64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395C3-B860-4F28-8371-4AFB9729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4953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Known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D9647-25AE-40A6-833A-5E867BC6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4953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Support peaks are singular. The rigid pin</a:t>
            </a:r>
          </a:p>
          <a:p xmlns:a="http://schemas.openxmlformats.org/drawingml/2006/main">
            <a:pPr>
              <a:def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understates local lug stress. One vision</a:t>
            </a:r>
          </a:p>
          <a:p xmlns:a="http://schemas.openxmlformats.org/drawingml/2006/main">
            <a:pPr>
              <a:def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run mislocated the hotspot.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0ED68-6E20-470C-85AF-8F3E97DC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400550"/>
            <a:ext cx="5648325" cy="1695450"/>
          </a:xfrm>
          <a:prstGeom xmlns:a="http://schemas.openxmlformats.org/drawingml/2006/main" prst="roundRect">
            <a:avLst>
              <a:gd name="adj" fmla="val 1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CD0C0-B456-4DEA-9E86-28D8FB34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0100"/>
            <a:ext cx="51625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Next: finish the hand walkthrough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D9D95-B6CF-42C6-80C0-8279E15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76825"/>
            <a:ext cx="51625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Freeze mesh settings and verify face groups.</a:t>
            </a:r>
          </a:p>
          <a:p xmlns:a="http://schemas.openxmlformats.org/drawingml/2006/main">
            <a:pPr>
              <a:def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Review the contour and real model exchange.</a:t>
            </a:r>
          </a:p>
          <a:p xmlns:a="http://schemas.openxmlformats.org/drawingml/2006/main">
            <a:pPr>
              <a:def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Complete the integration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973350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3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DD8FFA-D345-4D77-8145-CAFD3E60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Project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00525-C3A1-4BB4-8584-051FEC1D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906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17 September – 3 October 2026  /  planned milestone windows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8516F-3CB8-4EED-B827-7FB0C4F2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3D PART OPTIMIZATION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7BF7C5-AF72-4F15-8243-0F112241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03 /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1ADDC-6C88-44C9-B58F-98CC7D47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1277600" cy="4048125"/>
          </a:xfrm>
          <a:prstGeom xmlns:a="http://schemas.openxmlformats.org/drawingml/2006/main" prst="roundRect">
            <a:avLst>
              <a:gd name="adj" fmla="val 51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6FE96-6166-4F3E-94A2-9086079A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65735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17 SEP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72071-5AA3-47F2-920F-397D6D9C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90725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50BA6-F9AF-45E3-959E-37F53FE3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65735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19 SEP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6E2C4-6CF6-4866-AA9D-174A948F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90725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CFCF4-8F59-4159-B446-82C59C31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65735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22 SEP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B9B3D-F954-4554-8650-E4D293D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0725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A3AB1-3AF4-4F8D-8432-83B260DB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65735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25 SEP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C0750-6F76-4EF9-95F7-C8F17584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990725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BF244-4D8F-4863-81A1-CBB64DCB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5735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28 SEP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08B7A-5B14-4613-9D09-76309528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90725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2C4485-F344-4741-811E-0DC1FAAF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65735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1 OCT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0E9BD-0752-49A2-BA06-7B653CF9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990725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9B38F-D197-4D08-A052-E8E5BB7B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1657350"/>
            <a:ext cx="809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2666D"/>
                </a:solidFill>
                <a:latin typeface="Helvetica Neue"/>
                <a:ea typeface="Helvetica Neue"/>
                <a:cs typeface="Helvetica Neue"/>
              </a:rPr>
              <a:t>3 OCT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7FEA2-EA3A-4DC8-8CD1-732AB3A4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1990725"/>
            <a:ext cx="95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D7B1C-1879-4227-9237-7439372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M1  Foundations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E5CFB-1B4E-41D1-96DE-6C7D2D4A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E6D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447D18-2A98-48B5-A1A7-8B02718B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7170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17–19 Sep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FAFBCE-2D84-4BEA-B145-B56F5010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M2  Hand walkthrough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77C2DD-DABC-4F97-A267-1F50CF43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638425"/>
            <a:ext cx="18669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64C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CAC73-102D-4B05-B960-29F65CFB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695575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19–22 Sep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F70F53-305F-43CF-8530-0AC5C06E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M3  Engineering pipeline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36B88-C9D6-49FE-8BE9-F941C432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62300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E6D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F85AA1-E315-4115-8CD6-DC0A5AEC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1945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23–25 Sep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A6FAD8-1F14-44C4-ACBC-90013BEC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M4  Agent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5D28B9-3E0B-4B8B-9A4E-BB327CBA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86175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E6D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AF50A1-9DF5-43CD-804A-891D52B2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43325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26–28 Sep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73428-48BC-4ACE-B4AD-413841C6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M5  Judgement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B77DB4-0C5B-4A7C-8FB9-28163FE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210050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E6D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381439-F157-4647-96DA-819671B8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267200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29 Sep–1 Oct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95FC7D-F1EA-443B-9458-45A2D1CC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543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2C36"/>
                </a:solidFill>
                <a:latin typeface="Helvetica Neue"/>
                <a:ea typeface="Helvetica Neue"/>
                <a:cs typeface="Helvetica Neue"/>
              </a:rPr>
              <a:t>M6  Refusal &amp; 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BD767-812B-4434-B75F-5D96D81A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733925"/>
            <a:ext cx="138112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3E49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9F8D23-05CB-4D57-A6BE-04030370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791075"/>
            <a:ext cx="1247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1–3 Oct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67F44E-E071-4F64-9CCE-420BF49B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1277600" cy="514350"/>
          </a:xfrm>
          <a:prstGeom xmlns:a="http://schemas.openxmlformats.org/drawingml/2006/main" prst="roundRect">
            <a:avLst>
              <a:gd name="adj" fmla="val 40741"/>
            </a:avLst>
          </a:prstGeom>
          <a:solidFill xmlns:a="http://schemas.openxmlformats.org/drawingml/2006/main">
            <a:srgbClr val="143E49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5AE6AE-E5EA-46DF-9BEC-041D76E0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29300"/>
            <a:ext cx="1095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Key gates: physics validation by 25 Sep  /  scored agent cycle by 28 Sep  /  runnable package by 3 Oct</a:t>
            </a:r>
          </a:p>
        </p:txBody>
      </p:sp>
    </p:spTree>
    <p:extLst>
      <p:ext uri="{BB962C8B-B14F-4D97-AF65-F5344CB8AC3E}">
        <p14:creationId xmlns:p14="http://schemas.microsoft.com/office/powerpoint/2010/main" val="2015102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2026-09-18T19:44:19.6580000Z</dcterms:created>
  <dcterms:modified xsi:type="dcterms:W3CDTF">2026-09-18T19:44:19.6580000Z</dcterms:modified>
</coreProperties>
</file>